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7765a05f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7765a05f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7765a05f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7765a05f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7765a05f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7765a05f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7765a05f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7765a05f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00" y="991975"/>
            <a:ext cx="85206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0816 EEG Meeting</a:t>
            </a:r>
            <a:endParaRPr b="1" sz="4800">
              <a:solidFill>
                <a:srgbClr val="000000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016450" y="2632975"/>
            <a:ext cx="73845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Presenter: 陳奕安(Ian Chen)</a:t>
            </a:r>
            <a:endParaRPr b="1"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20">
                <a:solidFill>
                  <a:srgbClr val="000000"/>
                </a:solidFill>
              </a:rPr>
              <a:t>Progress from the last 2 week: </a:t>
            </a:r>
            <a:endParaRPr b="1" sz="2420">
              <a:solidFill>
                <a:srgbClr val="000000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1. Review FastICA and t-SNE paper line by line (Go through the mathematical derivation from the paper)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2. Work on IC clustering from the ICA encoder pipeline (Check the ICA alignment on regression performance)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3. Replacing the encoder with a full MLP architecture shows competitive results.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4. Try using EEGNet to encode components × time EEG data.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5. Investigate the memorization problem of the encoder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b="22191" l="0" r="0" t="0"/>
          <a:stretch/>
        </p:blipFill>
        <p:spPr>
          <a:xfrm>
            <a:off x="454777" y="1149225"/>
            <a:ext cx="8377526" cy="265163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549350" y="3800850"/>
            <a:ext cx="39084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Trigger 11(Correct Equation)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Trigger 10(Incorrect Equation)</a:t>
            </a:r>
            <a:endParaRPr b="1" sz="1800">
              <a:solidFill>
                <a:srgbClr val="000000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5287800" y="4330050"/>
            <a:ext cx="38562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Trigger 201(Answer correctly)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Trigger 200(Answer incorrectly)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2043400" y="4462175"/>
            <a:ext cx="31002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Trigger 61~120(Questions)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7115175" y="3249775"/>
            <a:ext cx="294000" cy="1163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 rot="1521887">
            <a:off x="4902800" y="3260666"/>
            <a:ext cx="307437" cy="13222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 rot="2090150">
            <a:off x="1854088" y="3159720"/>
            <a:ext cx="270470" cy="83372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5287800" y="1149225"/>
            <a:ext cx="2031300" cy="22533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5287800" y="556050"/>
            <a:ext cx="26403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Fixed 2s EEG length</a:t>
            </a:r>
            <a:endParaRPr b="1" sz="1800">
              <a:solidFill>
                <a:srgbClr val="000000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49350" y="177800"/>
            <a:ext cx="40260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Experimental Protocol</a:t>
            </a:r>
            <a:endParaRPr b="1"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311700" y="224575"/>
            <a:ext cx="79710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85525" lIns="85525" spcFirstLastPara="1" rIns="85525" wrap="square" tIns="855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19">
                <a:solidFill>
                  <a:srgbClr val="000000"/>
                </a:solidFill>
              </a:rPr>
              <a:t>Preprocessing</a:t>
            </a:r>
            <a:r>
              <a:rPr b="1" lang="en" sz="1819"/>
              <a:t>:</a:t>
            </a:r>
            <a:endParaRPr b="1" sz="1819">
              <a:solidFill>
                <a:srgbClr val="000000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11700" y="608532"/>
            <a:ext cx="7971000" cy="27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85525" lIns="85525" spcFirstLastPara="1" rIns="85525" wrap="square" tIns="855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4"/>
              <a:t>1. Notch filter at 60 Hz (line noise)</a:t>
            </a:r>
            <a:endParaRPr sz="168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4"/>
              <a:t>2. Bandpass 0.1–40 Hz</a:t>
            </a:r>
            <a:endParaRPr sz="168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4"/>
              <a:t>3. Average reference</a:t>
            </a:r>
            <a:endParaRPr sz="168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4"/>
              <a:t>4. ICA ocular artifact removal</a:t>
            </a:r>
            <a:endParaRPr sz="131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4">
                <a:solidFill>
                  <a:srgbClr val="000000"/>
                </a:solidFill>
              </a:rPr>
              <a:t>5. Extracts −0.2 to 2.0 s epochs with a −0.2–0 s baseline correction</a:t>
            </a:r>
            <a:endParaRPr sz="1684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4">
                <a:solidFill>
                  <a:srgbClr val="000000"/>
                </a:solidFill>
              </a:rPr>
              <a:t>6. A rejection threshold of 150 µV peak-to-peak — auto-drops any epoch exceeding this. &gt;&gt; The number of epochs varies across subjects.</a:t>
            </a:r>
            <a:endParaRPr sz="1684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4">
                <a:solidFill>
                  <a:srgbClr val="000000"/>
                </a:solidFill>
              </a:rPr>
              <a:t>7. Each surviving epoch is tagged 1 (correct/201) or 0 (incorrect/200) </a:t>
            </a:r>
            <a:endParaRPr sz="1684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4">
                <a:solidFill>
                  <a:srgbClr val="000000"/>
                </a:solidFill>
              </a:rPr>
              <a:t>Resampled to 128 Hz post-epoching.</a:t>
            </a:r>
            <a:endParaRPr sz="1684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0"/>
          </a:p>
        </p:txBody>
      </p:sp>
      <p:sp>
        <p:nvSpPr>
          <p:cNvPr id="82" name="Google Shape;82;p16"/>
          <p:cNvSpPr txBox="1"/>
          <p:nvPr/>
        </p:nvSpPr>
        <p:spPr>
          <a:xfrm>
            <a:off x="311700" y="3140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000000"/>
                </a:solidFill>
              </a:rPr>
              <a:t>Validation: GroupKFold-by-subject </a:t>
            </a:r>
            <a:endParaRPr b="1" sz="5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7200">
                <a:solidFill>
                  <a:srgbClr val="000000"/>
                </a:solidFill>
              </a:rPr>
              <a:t>With ~256 subjects and N_SPLITS=5, each fold holds out roughly 1/5 of subjects (~51) as test, trains on the rest.</a:t>
            </a:r>
            <a:endParaRPr b="1" sz="7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87;p17"/>
          <p:cNvCxnSpPr/>
          <p:nvPr/>
        </p:nvCxnSpPr>
        <p:spPr>
          <a:xfrm flipH="1">
            <a:off x="4728750" y="691325"/>
            <a:ext cx="27600" cy="4424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7"/>
          <p:cNvCxnSpPr/>
          <p:nvPr/>
        </p:nvCxnSpPr>
        <p:spPr>
          <a:xfrm>
            <a:off x="1361813" y="2867788"/>
            <a:ext cx="7078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7"/>
          <p:cNvSpPr txBox="1"/>
          <p:nvPr/>
        </p:nvSpPr>
        <p:spPr>
          <a:xfrm>
            <a:off x="1853388" y="127263"/>
            <a:ext cx="24249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595959"/>
                </a:solidFill>
              </a:rPr>
              <a:t>Channel x Time</a:t>
            </a:r>
            <a:endParaRPr sz="1500">
              <a:solidFill>
                <a:srgbClr val="595959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5525263" y="127263"/>
            <a:ext cx="24249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595959"/>
                </a:solidFill>
              </a:rPr>
              <a:t>Component x Time</a:t>
            </a:r>
            <a:endParaRPr sz="1500">
              <a:solidFill>
                <a:srgbClr val="595959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 rot="-5400000">
            <a:off x="366363" y="1682663"/>
            <a:ext cx="10968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595959"/>
                </a:solidFill>
              </a:rPr>
              <a:t>EEGNet</a:t>
            </a:r>
            <a:endParaRPr sz="1500">
              <a:solidFill>
                <a:srgbClr val="595959"/>
              </a:solidFill>
            </a:endParaRPr>
          </a:p>
        </p:txBody>
      </p:sp>
      <p:sp>
        <p:nvSpPr>
          <p:cNvPr id="92" name="Google Shape;92;p17"/>
          <p:cNvSpPr txBox="1"/>
          <p:nvPr/>
        </p:nvSpPr>
        <p:spPr>
          <a:xfrm rot="-5400000">
            <a:off x="570813" y="3815238"/>
            <a:ext cx="6879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595959"/>
                </a:solidFill>
              </a:rPr>
              <a:t>MLP</a:t>
            </a:r>
            <a:endParaRPr sz="1500">
              <a:solidFill>
                <a:srgbClr val="595959"/>
              </a:solidFill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3591450" y="-69162"/>
            <a:ext cx="23022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595959"/>
                </a:solidFill>
              </a:rPr>
              <a:t>EEG data dimension</a:t>
            </a:r>
            <a:endParaRPr sz="1500">
              <a:solidFill>
                <a:srgbClr val="595959"/>
              </a:solidFill>
            </a:endParaRPr>
          </a:p>
        </p:txBody>
      </p:sp>
      <p:sp>
        <p:nvSpPr>
          <p:cNvPr id="94" name="Google Shape;94;p17"/>
          <p:cNvSpPr txBox="1"/>
          <p:nvPr/>
        </p:nvSpPr>
        <p:spPr>
          <a:xfrm rot="-5400000">
            <a:off x="-856050" y="2671888"/>
            <a:ext cx="24249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595959"/>
                </a:solidFill>
              </a:rPr>
              <a:t>Encoder Architecture</a:t>
            </a:r>
            <a:endParaRPr sz="1500">
              <a:solidFill>
                <a:srgbClr val="595959"/>
              </a:solidFill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5600" y="478625"/>
            <a:ext cx="2873826" cy="236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2725" y="2903525"/>
            <a:ext cx="2816849" cy="223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5750" y="478625"/>
            <a:ext cx="2873824" cy="236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73625" y="2887475"/>
            <a:ext cx="2945801" cy="22736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/>
          <p:nvPr/>
        </p:nvSpPr>
        <p:spPr>
          <a:xfrm>
            <a:off x="1473625" y="478625"/>
            <a:ext cx="3155100" cy="4637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